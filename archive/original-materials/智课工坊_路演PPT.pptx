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智课工坊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Arial"/>
              </a:defRPr>
            </a:pPr>
            <a:r>
              <a:t>SmartCourse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931920"/>
            <a:ext cx="3931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  <a:latin typeface="Arial"/>
              </a:defRPr>
            </a:pPr>
            <a:r>
              <a:t>让每位大学教师都能一键生成</a:t>
            </a:r>
            <a:br/>
            <a:r>
              <a:t>洋葱学院级别的动画互动课程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黑客松路演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大学网课正在失败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• MOOC完课率仅 5%（edX 2023数据）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• 43.7% 学生认为网课不如线下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• 制作1小时在线课程需 49-180 小时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• 录播课形式枯燥，学生缺乏互动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EF4444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Arial"/>
              </a:defRPr>
            </a:pPr>
            <a:r>
              <a:t>MOOC 完课率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教师上传录音 → AI生成动画课 + 实时出题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Arial"/>
              </a:defRPr>
            </a:pPr>
            <a:r>
              <a:t>大学课程深度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不是K12简化版</a:t>
            </a:r>
            <a:br/>
            <a:r>
              <a:t>覆盖理工/人文/医学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rial"/>
              </a:defRPr>
            </a:pPr>
            <a:r>
              <a:t>AI实时出题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不是预制题库</a:t>
            </a:r>
            <a:br/>
            <a:r>
              <a:t>根据学习内容动态生成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Arial"/>
              </a:defRPr>
            </a:pPr>
            <a:r>
              <a:t>Computer Use教学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383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rial"/>
              </a:defRPr>
            </a:pPr>
            <a:r>
              <a:t>AI操作软件手把手教</a:t>
            </a:r>
            <a:br/>
            <a:r>
              <a:t>代码测试实时运行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Demo：教师端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5步完成：从录音到动画课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① 上传录音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3分钟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② AI转写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自动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③ 生成脚本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AI改写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④ 教师审核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可修改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563E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560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⑤ 生成动画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291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Arial"/>
              </a:defRPr>
            </a:pPr>
            <a:r>
              <a:t>一键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0B981"/>
                </a:solidFill>
                <a:latin typeface="Arial"/>
              </a:defRPr>
            </a:pPr>
            <a:r>
              <a:t>+ 同步生成文字版复习指南（考情情报表 + 知识点卡片 + 模拟题）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Demo：学生端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观看 → 出题 → 答题 → 代码测试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• 5-8分钟动画讲解（洋葱学院风格）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• 每2-3分钟弹出AI实时生成的题目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• 答错自动推送针对性讲解片段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• 编程课内嵌Monaco Editor代码测试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• 课后获取结构化复习指南</a:t>
            </a:r>
          </a:p>
          <a:p>
            <a:pPr>
              <a:spcAft>
                <a:spcPts val="800"/>
              </a:spcAft>
              <a:defRPr sz="1700">
                <a:solidFill>
                  <a:srgbClr val="CBD5E1"/>
                </a:solidFill>
                <a:latin typeface="Arial"/>
              </a:defRPr>
            </a:pPr>
            <a:r>
              <a:t>• Computer Use软件操作手把手演示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  <a:latin typeface="Arial"/>
              </a:defRPr>
            </a:pPr>
            <a:r>
              <a:t>核心差异：</a:t>
            </a:r>
            <a:br/>
            <a:r>
              <a:t>不是看完再做题</a:t>
            </a:r>
            <a:br/>
            <a:r>
              <a:t>是边看边做、AI出题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市场机会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5800亿市场 × 政策窗口 × 技术成熟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Arial"/>
              </a:defRPr>
            </a:pPr>
            <a:r>
              <a:t>5800亿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中国在线教育市场</a:t>
            </a:r>
            <a:br/>
            <a:r>
              <a:t>(2024, +12.3%)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Arial"/>
              </a:defRPr>
            </a:pPr>
            <a:r>
              <a:t>207万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高校教师</a:t>
            </a:r>
            <a:br/>
            <a:r>
              <a:t>（潜在内容生产者）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Arial"/>
              </a:defRPr>
            </a:pPr>
            <a:r>
              <a:t>4763万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在校大学生</a:t>
            </a:r>
            <a:br/>
            <a:r>
              <a:t>（潜在内容消费者）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Arial"/>
              </a:defRPr>
            </a:pPr>
            <a:r>
              <a:t>1500万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566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Arial"/>
              </a:defRPr>
            </a:pPr>
            <a:r>
              <a:t>高校课程/年</a:t>
            </a:r>
            <a:br/>
            <a:r>
              <a:t>（可转化内容量级）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Arial"/>
              </a:defRPr>
            </a:pPr>
            <a:r>
              <a:t>政策利好：教育数字化战略行动2.0 + 一流课程"双万计划" + "十四五"教育经费25万亿+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B2B先行 → B2C后追 → 平台佣金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Phase 1: B2B（大学/院系订阅）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→ 按校/按院系/按课程定价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→ 赞助开发 + 企业定制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Phase 2: B2C（学生个人订阅）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→ 考研/考证专项课程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→ 15% 平台佣金模式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Phase 3: 平台化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→ 第三方教师入驻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→ 模板/脚本UGC市场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Arial"/>
              </a:defRPr>
            </a:pPr>
            <a:r>
              <a:t>目标：</a:t>
            </a:r>
            <a:br/>
            <a:r>
              <a:t>Month 6 签约5-10所大学</a:t>
            </a:r>
            <a:br/>
            <a:r>
              <a:t>Month 12 签约20+所大学</a:t>
            </a:r>
            <a:br/>
            <a:r>
              <a:t>MRR 达到融资标准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核心壁垒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数据飞轮：越用越好，竞品追不上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更多教师使用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60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rial"/>
              </a:defRPr>
            </a:pPr>
            <a:r>
              <a:t>→ 更多课程素材积累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更多few-shot样本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4747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rial"/>
              </a:defRPr>
            </a:pPr>
            <a:r>
              <a:t>→ 脚本生成质量提升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更好体验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3891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rial"/>
              </a:defRPr>
            </a:pPr>
            <a:r>
              <a:t>→ 更多学生使用 → 更多答题数据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出题引擎学习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303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rial"/>
              </a:defRPr>
            </a:pPr>
            <a:r>
              <a:t>→ 题目质量提升 → 更高完成率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760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"我们不是一个工具，是一个数据飞轮"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竞争分析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大学动画课赛道：尚无领导者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017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智课工坊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  <a:r>
              <a:t>洋葱学院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  <a:r>
              <a:t>MOOC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2286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  <a:r>
              <a:t>B站知识区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BD5E1"/>
                </a:solidFill>
                <a:latin typeface="Arial"/>
              </a:defRPr>
            </a:pPr>
            <a:r>
              <a:t>大学课程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✅核心定位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❌仅K12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✅但传统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834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Arial"/>
              </a:defRPr>
            </a:pPr>
            <a:r>
              <a:t>⚠️不系统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BD5E1"/>
                </a:solidFill>
                <a:latin typeface="Arial"/>
              </a:defRPr>
            </a:pPr>
            <a:r>
              <a:t>AI实时出题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✅独创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❌预制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BD5E1"/>
                </a:solidFill>
                <a:latin typeface="Arial"/>
              </a:defRPr>
            </a:pPr>
            <a:r>
              <a:t>教师自助生产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✅上传即用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❌内部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Arial"/>
              </a:defRPr>
            </a:pPr>
            <a:r>
              <a:t>⚠️录播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Arial"/>
              </a:defRPr>
            </a:pPr>
            <a:r>
              <a:t>⚠️手工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BD5E1"/>
                </a:solidFill>
                <a:latin typeface="Arial"/>
              </a:defRPr>
            </a:pPr>
            <a:r>
              <a:t>Computer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✅独创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4805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BD5E1"/>
                </a:solidFill>
                <a:latin typeface="Arial"/>
              </a:defRPr>
            </a:pPr>
            <a:r>
              <a:t>动画化讲解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✅AI生成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Arial"/>
              </a:defRPr>
            </a:pPr>
            <a:r>
              <a:t>✅精制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F4444"/>
                </a:solidFill>
                <a:latin typeface="Arial"/>
              </a:defRPr>
            </a:pPr>
            <a:r>
              <a:t>❌无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5029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9E0B"/>
                </a:solidFill>
                <a:latin typeface="Arial"/>
              </a:defRPr>
            </a:pPr>
            <a:r>
              <a:t>⚠️偶有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Arial"/>
              </a:defRPr>
            </a:pPr>
            <a: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5天MVP → 2个月验证 → 12个月规模化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✅ 黑客松（Week 0）：端到端Demo + 路演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🔜 Phase 1（Month 1-2）：MVP验证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 3-5个大学种子用户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 1门完整课程上线（10-15个片段）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🔜 Phase 2（Month 3-4）：产品化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   B2B签约2-3所大学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🔜 Phase 3（Month 5-6）：种子轮融资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Arial"/>
              </a:defRPr>
            </a:pPr>
            <a:r>
              <a:t>我们需要：</a:t>
            </a:r>
            <a:br/>
            <a:br/>
            <a:r>
              <a:t>• 技术指导/导师资源</a:t>
            </a:r>
            <a:br/>
            <a:r>
              <a:t>• 大学教师试用渠道</a:t>
            </a:r>
            <a:br/>
            <a:r>
              <a:t>• 种子轮投资机会</a:t>
            </a:r>
            <a:br/>
            <a:br/>
            <a:r>
              <a:t>请联系我们！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